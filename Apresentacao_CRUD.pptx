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451aed30b7460a" /><Relationship Type="http://schemas.openxmlformats.org/officeDocument/2006/relationships/extended-properties" Target="/docProps/app.xml" Id="R82be6e917a5242e2" /><Relationship Type="http://schemas.openxmlformats.org/officeDocument/2006/relationships/officeDocument" Target="/ppt/presentation.xml" Id="Rcfc4772621794c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9d957424f944b2"/>
  </p:sldMasterIdLst>
  <p:notesMasterIdLst>
    <p:notesMasterId xmlns:r="http://schemas.openxmlformats.org/officeDocument/2006/relationships" r:id="R183c5e170dc043ab"/>
  </p:notesMasterIdLst>
  <p:sldIdLst>
    <p:sldId xmlns:r="http://schemas.openxmlformats.org/officeDocument/2006/relationships" id="256" r:id="Rff3fd75e2c1e4db0"/>
    <p:sldId xmlns:r="http://schemas.openxmlformats.org/officeDocument/2006/relationships" id="257" r:id="Rf893b97a8d2545be"/>
    <p:sldId xmlns:r="http://schemas.openxmlformats.org/officeDocument/2006/relationships" id="258" r:id="R1d92911c4b6e4177"/>
    <p:sldId xmlns:r="http://schemas.openxmlformats.org/officeDocument/2006/relationships" id="259" r:id="Rddd31e5d38cd45fd"/>
    <p:sldId xmlns:r="http://schemas.openxmlformats.org/officeDocument/2006/relationships" id="260" r:id="R9cd0165909644b59"/>
    <p:sldId xmlns:r="http://schemas.openxmlformats.org/officeDocument/2006/relationships" id="261" r:id="Rd743972fe8d54eb0"/>
    <p:sldId xmlns:r="http://schemas.openxmlformats.org/officeDocument/2006/relationships" id="262" r:id="R9145b42da316405c"/>
    <p:sldId xmlns:r="http://schemas.openxmlformats.org/officeDocument/2006/relationships" id="263" r:id="Rd4b3b08dab344760"/>
    <p:sldId xmlns:r="http://schemas.openxmlformats.org/officeDocument/2006/relationships" id="264" r:id="R64d5257bb6574479"/>
    <p:sldId xmlns:r="http://schemas.openxmlformats.org/officeDocument/2006/relationships" id="265" r:id="R7ce7687954294669"/>
    <p:sldId xmlns:r="http://schemas.openxmlformats.org/officeDocument/2006/relationships" id="266" r:id="R583a3869a6734ba8"/>
    <p:sldId xmlns:r="http://schemas.openxmlformats.org/officeDocument/2006/relationships" id="267" r:id="R66d55c3d032d4a5e"/>
    <p:sldId xmlns:r="http://schemas.openxmlformats.org/officeDocument/2006/relationships" id="268" r:id="Ra1ae7560b76f4c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850da42e8e49b1" /><Relationship Type="http://schemas.openxmlformats.org/officeDocument/2006/relationships/slideMaster" Target="/ppt/slideMasters/slideMaster1.xml" Id="Rb89d957424f944b2" /><Relationship Type="http://schemas.openxmlformats.org/officeDocument/2006/relationships/notesMaster" Target="/ppt/notesMasters/notesMaster1.xml" Id="R183c5e170dc043ab" /><Relationship Type="http://schemas.openxmlformats.org/officeDocument/2006/relationships/presProps" Target="/ppt/presProps.xml" Id="R1382bd4e259c4294" /><Relationship Type="http://schemas.openxmlformats.org/officeDocument/2006/relationships/tableStyles" Target="/ppt/tableStyles.xml" Id="R7763397d0d5e4c0d" /><Relationship Type="http://schemas.openxmlformats.org/officeDocument/2006/relationships/slide" Target="/ppt/slides/slide1.xml" Id="Rff3fd75e2c1e4db0" /><Relationship Type="http://schemas.openxmlformats.org/officeDocument/2006/relationships/slide" Target="/ppt/slides/slide2.xml" Id="Rf893b97a8d2545be" /><Relationship Type="http://schemas.openxmlformats.org/officeDocument/2006/relationships/slide" Target="/ppt/slides/slide3.xml" Id="R1d92911c4b6e4177" /><Relationship Type="http://schemas.openxmlformats.org/officeDocument/2006/relationships/slide" Target="/ppt/slides/slide4.xml" Id="Rddd31e5d38cd45fd" /><Relationship Type="http://schemas.openxmlformats.org/officeDocument/2006/relationships/slide" Target="/ppt/slides/slide5.xml" Id="R9cd0165909644b59" /><Relationship Type="http://schemas.openxmlformats.org/officeDocument/2006/relationships/slide" Target="/ppt/slides/slide6.xml" Id="Rd743972fe8d54eb0" /><Relationship Type="http://schemas.openxmlformats.org/officeDocument/2006/relationships/slide" Target="/ppt/slides/slide7.xml" Id="R9145b42da316405c" /><Relationship Type="http://schemas.openxmlformats.org/officeDocument/2006/relationships/slide" Target="/ppt/slides/slide8.xml" Id="Rd4b3b08dab344760" /><Relationship Type="http://schemas.openxmlformats.org/officeDocument/2006/relationships/slide" Target="/ppt/slides/slide9.xml" Id="R64d5257bb6574479" /><Relationship Type="http://schemas.openxmlformats.org/officeDocument/2006/relationships/slide" Target="/ppt/slides/slide10.xml" Id="R7ce7687954294669" /><Relationship Type="http://schemas.openxmlformats.org/officeDocument/2006/relationships/slide" Target="/ppt/slides/slide11.xml" Id="R583a3869a6734ba8" /><Relationship Type="http://schemas.openxmlformats.org/officeDocument/2006/relationships/slide" Target="/ppt/slides/slide12.xml" Id="R66d55c3d032d4a5e" /><Relationship Type="http://schemas.openxmlformats.org/officeDocument/2006/relationships/slide" Target="/ppt/slides/slide13.xml" Id="Ra1ae7560b76f4c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57bd7d976c4d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95fae21f814e57" /><Relationship Type="http://schemas.openxmlformats.org/officeDocument/2006/relationships/notesMaster" Target="/ppt/notesMasters/notesMaster1.xml" Id="Rc63496d1d38b46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b86c4f00ab4bf6" /><Relationship Type="http://schemas.openxmlformats.org/officeDocument/2006/relationships/notesMaster" Target="/ppt/notesMasters/notesMaster1.xml" Id="R5ccd60c1a17848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7a4b7289af41dd" /><Relationship Type="http://schemas.openxmlformats.org/officeDocument/2006/relationships/notesMaster" Target="/ppt/notesMasters/notesMaster1.xml" Id="R27115b048bd94b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5f012e179e40a5" /><Relationship Type="http://schemas.openxmlformats.org/officeDocument/2006/relationships/notesMaster" Target="/ppt/notesMasters/notesMaster1.xml" Id="Refaf1241981248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51fb3396de4efa" /><Relationship Type="http://schemas.openxmlformats.org/officeDocument/2006/relationships/notesMaster" Target="/ppt/notesMasters/notesMaster1.xml" Id="R5623f17090164e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6e7e307efe4ded" /><Relationship Type="http://schemas.openxmlformats.org/officeDocument/2006/relationships/notesMaster" Target="/ppt/notesMasters/notesMaster1.xml" Id="Rf2ea5c53954843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23884ade3e4c27" /><Relationship Type="http://schemas.openxmlformats.org/officeDocument/2006/relationships/notesMaster" Target="/ppt/notesMasters/notesMaster1.xml" Id="R83474012ca9c4b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937b4794f64d91" /><Relationship Type="http://schemas.openxmlformats.org/officeDocument/2006/relationships/notesMaster" Target="/ppt/notesMasters/notesMaster1.xml" Id="Ra4702fd0161641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f438e917334af1" /><Relationship Type="http://schemas.openxmlformats.org/officeDocument/2006/relationships/notesMaster" Target="/ppt/notesMasters/notesMaster1.xml" Id="R7a6f6e14d1e84b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371ab2e9a4428c" /><Relationship Type="http://schemas.openxmlformats.org/officeDocument/2006/relationships/notesMaster" Target="/ppt/notesMasters/notesMaster1.xml" Id="Red50db3f09c04b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b3e9fa02f446a4" /><Relationship Type="http://schemas.openxmlformats.org/officeDocument/2006/relationships/notesMaster" Target="/ppt/notesMasters/notesMaster1.xml" Id="Rae77efee097a40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b5d893dc91438c" /><Relationship Type="http://schemas.openxmlformats.org/officeDocument/2006/relationships/notesMaster" Target="/ppt/notesMasters/notesMaster1.xml" Id="R48d8e887c47d46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b57791f32344ce" /><Relationship Type="http://schemas.openxmlformats.org/officeDocument/2006/relationships/notesMaster" Target="/ppt/notesMasters/notesMaster1.xml" Id="R30c9240abe964c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46d268d8443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adca3e76af457b" /><Relationship Type="http://schemas.openxmlformats.org/officeDocument/2006/relationships/slideLayout" Target="/ppt/slideLayouts/slideLayout1.xml" Id="Rbf9fcb113a1e45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9fcb113a1e45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8b53953964e93" /><Relationship Type="http://schemas.openxmlformats.org/officeDocument/2006/relationships/notesSlide" Target="/ppt/notesSlides/notesSlide1.xml" Id="R23069af9c2ea42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7687fbc4645ce" /><Relationship Type="http://schemas.openxmlformats.org/officeDocument/2006/relationships/notesSlide" Target="/ppt/notesSlides/notesSlide2.xml" Id="R7d779e1260b74b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cefb45f1a43fd" /><Relationship Type="http://schemas.openxmlformats.org/officeDocument/2006/relationships/notesSlide" Target="/ppt/notesSlides/notesSlide3.xml" Id="R2b0ca9fd27fe49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0cfea0c124b39" /><Relationship Type="http://schemas.openxmlformats.org/officeDocument/2006/relationships/notesSlide" Target="/ppt/notesSlides/notesSlide4.xml" Id="Rf08b8e3864754a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d33c6589748ca" /><Relationship Type="http://schemas.openxmlformats.org/officeDocument/2006/relationships/notesSlide" Target="/ppt/notesSlides/notesSlide5.xml" Id="Rc9a6f6783b9f42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bf05b55684102" /><Relationship Type="http://schemas.openxmlformats.org/officeDocument/2006/relationships/notesSlide" Target="/ppt/notesSlides/notesSlide6.xml" Id="R7b7807cba8a94e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990ffebec41e4" /><Relationship Type="http://schemas.openxmlformats.org/officeDocument/2006/relationships/notesSlide" Target="/ppt/notesSlides/notesSlide7.xml" Id="R668d9ae356ee40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37ddba29b4a46" /><Relationship Type="http://schemas.openxmlformats.org/officeDocument/2006/relationships/notesSlide" Target="/ppt/notesSlides/notesSlide8.xml" Id="R98f40a56ae1647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ac65329284764" /><Relationship Type="http://schemas.openxmlformats.org/officeDocument/2006/relationships/notesSlide" Target="/ppt/notesSlides/notesSlide9.xml" Id="R00b17911b0f74a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74f04d0314b48" /><Relationship Type="http://schemas.openxmlformats.org/officeDocument/2006/relationships/notesSlide" Target="/ppt/notesSlides/notesSlide10.xml" Id="R19483094d4c24f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930a1aaef40c4" /><Relationship Type="http://schemas.openxmlformats.org/officeDocument/2006/relationships/notesSlide" Target="/ppt/notesSlides/notesSlide11.xml" Id="R620061b3b2f947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7d4cb4e7d432b" /><Relationship Type="http://schemas.openxmlformats.org/officeDocument/2006/relationships/notesSlide" Target="/ppt/notesSlides/notesSlide12.xml" Id="Rb2571e314b5a4a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47779faee44bb" /><Relationship Type="http://schemas.openxmlformats.org/officeDocument/2006/relationships/notesSlide" Target="/ppt/notesSlides/notesSlide13.xml" Id="Rc8070ab064c247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413BC-4881-4822-906B-99E78FC1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oundRect">
            <a:avLst>
              <a:gd name="adj" fmla="val 1455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9A3AE-085A-4784-9ECF-2DC63FFB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000125"/>
            <a:ext cx="3333750" cy="3905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E1730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A08C9-EB35-4F3A-97A6-33E73633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266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F48A1-713C-4F97-9184-E85963C2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Sistema de Amigos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3FF43-A4F5-4E60-98EE-56BFAC55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2667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3325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0A40D-449A-4262-9171-AAD4FCDD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E-mail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25418-3BDD-4CDA-AC7C-A49B7CAB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76525"/>
            <a:ext cx="2667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3325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C4933-14B1-4151-B764-95FAD48A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7652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Senha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BF2E5-93F7-4D8B-9A64-DCF991D7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242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2A5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ECD22-1017-4A7D-87BC-BAFAC2E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242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ENTRAR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D26A8-7C5C-4720-9AE1-39375B8F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076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ABE5C-A01C-449E-A6AE-78973580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PROGRAMAÇÃO WEB II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BCF53-6408-4A2F-8AC3-C599DA74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Cadastro de amigos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CEF18-8BD9-43D5-93D6-BBE68947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542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rPr>
              <a:t>CRUD completo com sistema de login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47CFD-F14C-4370-B699-6D4F7445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Apresentação técnica do funcionamento, da estrutura e das habilidades aplicadas no projeto.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F48B3-1898-48B9-ACCF-86F77D88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Projeto desenvolvido nos exemplos práticos</a:t>
            </a:r>
          </a:p>
        </p:txBody>
      </p:sp>
    </p:spTree>
    <p:extLst>
      <p:ext uri="{BB962C8B-B14F-4D97-AF65-F5344CB8AC3E}">
        <p14:creationId xmlns:p14="http://schemas.microsoft.com/office/powerpoint/2010/main" val="298127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DD795-3A85-4461-931C-7EA3A4A5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Visão geral do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1C98D-1038-463E-ABF8-EB0DA57F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Uma aplicação web para gerenciar amigos com acesso protegido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CB616-3701-4B09-AF9E-84CE38FF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CFC7A-7BD1-44C2-AB4B-CC4E911E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Autenticação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E291A-CFA3-449C-8CDB-B5D5570E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O usuário entra com e-mail e senha antes de acessar os dados.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B7F54-4FD5-428C-B498-3855C064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A5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80EE4-9C7A-4F05-9CAD-F63EA710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Cadastro de amigos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D5D21-994E-4E28-A951-5040D659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O formulário registra nome, telefone, e-mail e data de nascimento.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32140-A573-41CB-B02E-C75D1B28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71E2E-9D33-4877-94F4-2205A5DD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Gerenciamento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13F03-B435-4D38-99CC-448A4514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A listagem permite consultar, editar e excluir registros.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C7336-E6BF-4A75-B354-C855EC0C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762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C3D1A-5CA3-4C4A-8900-62153BFC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Objetivo central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B6DD3-D807-4177-9ABC-A1878484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2887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70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Organizar os dados dos amigos em um sistema simples, seguro e fácil de usar.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BE94A-941E-4C35-A6CF-DD785FC2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114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B5C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A23B1-9237-4A76-9440-D11B68F9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LOGIN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3FC2C-0A0F-43D8-991E-A40626BE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114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42A5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5F200-962A-4DB3-BCE5-0BE9CDC1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CRUD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64B1E-6584-4484-AA3B-FC3234BB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90950"/>
            <a:ext cx="114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81E2F-CB25-4776-B5D2-706DEE1A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909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BANCO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B517C-31E1-4CD0-A8E2-E113931E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9793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6964CA-73F1-48B8-9A02-FD0D53C3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Arquitetura da aplicação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1808E-409B-4B22-95A7-A41B8389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Separação entre interface, regras do sistema e armazenamento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57A66-296A-47B2-A6FB-7E1E19D8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95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774BE-FA64-4427-AD3B-10945104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5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C2F8A-CBE9-4676-8DC3-634C3DB7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41A8C-675F-482B-9B2F-45AF513C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Navegador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54236-6727-4AB7-81F2-75BE2C67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Formulários e tabelas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E7204-D099-4F0F-A34D-AE0A9C6E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6525A-168B-4F9F-BA28-7327F86F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095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9968F-A6A4-496E-A563-43E67DA0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45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A5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7FC6D-D612-454B-A7C1-DEBC713D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860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00C0C-D0EA-4EC9-8F50-FBB2AED5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Servidor PHP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CC6D9-E8E6-46FC-99D7-BC00A049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337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Validação e sessões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F25C4-A71E-4A15-8366-518752C5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813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18644-2B8E-4482-928D-091DB19A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095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DDD25-ED81-4B89-91D0-F3A1402E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45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C9E47-6CA7-4F40-A8C7-1F74A04C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98F77-EABA-4E79-9788-E04D70BE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Regras CRUD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FC27B-0430-4EAE-82EF-6929322D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Create, Read, Update, Delete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99665-647C-4443-81FA-8153F48C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DC840-FE07-41AE-8DBD-35F76CC0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095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B8AC1-73A0-45B1-AAC1-E2CAAC74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45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0CFB1A-C7F8-4405-831F-BE781BA5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860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074317-D1E3-4DB8-996D-A3AC8880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Banco de dados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CEE9C-A149-481D-8FC2-5D9B297C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Usuários e amigos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7D17C-D054-4A13-B9A8-8DD4024A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A requisição parte da interface. O servidor processa os dados, aplica as regras e consulta o banco antes de devolver a resposta.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65C64-5919-446D-A2A4-881E672C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43828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A9375-E9AC-4732-84A8-8240E66C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Sistema de login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5E52A-3262-4B90-A06E-CCC88682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A sessão identifica o usuário durante a navegação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A71BD-C33E-48DD-93DD-78DEF2BF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B0460-7629-4C07-B309-8659541A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288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Tela de acesso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53F42-2239-4B50-B7CD-03601BCD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E-mail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FF790-DEA4-4952-8579-CBF85DAE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3905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325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5F5D4-DB59-47F4-A138-28009341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gabi@email.com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1B5BD-5089-4F72-AED1-C03B0164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Senha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AE56E-6D65-4B30-8F21-E79FD2EF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3905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325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F4014-22E0-496F-87A8-478F3BFE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1950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••••••••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82BE5-66B9-4B9A-9353-8F0CF016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3905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2A5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3F33F-73A4-4649-AB70-039659B2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ENTRAR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E48F6-30DB-4E45-876A-F5D6D68D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FF64E-35B4-4CEA-8C40-2C19EB40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145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1. Recebimento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C0C92-827B-44B7-8521-79A0C772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O formulário envia as credenciais ao servidor.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A0371-2723-437D-B8A7-B332377A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A5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1DD22-7B62-46B3-B48D-6822C867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432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2. Verificação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724B7-91F9-46CC-80B0-C31E71ED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O sistema localiza o usuário e confere a senha.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08D04-E9BB-4681-8C55-19D599F1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90C8B-DD44-41CB-A95C-03C6677B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3. Sessão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EDDC7-0D9D-4F8F-8DDC-30986710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O login válido cria uma sessão e libera o painel.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007A7-C7F4-434C-A1AE-53D67E9F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0060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65429-A06D-4A67-A372-84D88CBD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4. Bloqueio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6913A-AC89-4F00-8348-B0E15453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863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Credenciais inválidas geram uma mensagem de erro.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9B034-BF4B-4D1E-8EAD-B859C4D1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0958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4AA85-932A-4D8A-B0E6-C69D496B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Fluxo de autenticação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DBE4C-B0E8-4DF7-928E-33F15550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Decisões realizadas antes de abrir o painel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64FF3-E056-4814-8141-5E8F2455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E34C3-DDB5-490C-AF97-2FEA951E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Usuário envia</a:t>
            </a:r>
          </a:p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88F1D-CD15-441C-8DE8-99AD5E28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DD854-F783-4267-ABCC-C619DD3E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67BAB-0A84-44F7-961B-EDD8305D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Servidor consulta</a:t>
            </a:r>
          </a:p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o usuário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35308-5C5D-455A-9FC1-3DCFBC70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2FE38-9C3A-4039-8A90-01D21904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D830D-975C-4FD5-B890-D7A7AE16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Senha confere?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99298-BDF9-4686-BFBD-A140984C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144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3C35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6AD3D-30B5-4A1C-9806-88941992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1445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SIM</a:t>
            </a:r>
          </a:p>
          <a:p xmlns:a="http://schemas.openxmlformats.org/drawingml/2006/main">
            <a:pPr algn="ctr">
              <a:defRPr sz="142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Cria sessão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16B56-AC95-4C71-964B-59FEC8B7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02030"/>
          </a:solidFill>
          <a:ln xmlns:a="http://schemas.openxmlformats.org/drawingml/2006/main" w="9525">
            <a:solidFill>
              <a:srgbClr val="FB718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FBE97-8561-479D-88DA-1C8123DB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NÃO</a:t>
            </a:r>
          </a:p>
          <a:p xmlns:a="http://schemas.openxmlformats.org/drawingml/2006/main">
            <a:pPr algn="ctr">
              <a:defRPr sz="142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Mostra erro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7BEC7-2F35-48AE-85FC-A8760446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7239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1D761-05D2-4E09-9638-81B7483E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Proteção das páginas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2BB5E-2C2C-4C5A-8DA6-7AD63AC3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244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Cada página interna verifica se existe uma sessão ativa. Sem autenticação, o sistema redireciona para o login.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52C1E-8FB7-4208-B92C-0F12FC3A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24910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2B688B-5354-47A5-B2C3-BBAE2CAF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CRUD de amigos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2A19A-BF3B-4ED8-92B3-633F4310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As quatro operações fundamentais do gerenciamento de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EFDA3-8966-47E0-ABE8-4F853F78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2571750" cy="3333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67F04-90EA-4442-A7BF-105E6B5F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8B5C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0394A-BA73-4629-8186-D0332A29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31E7C-4578-4E76-82A3-AB37A815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5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8B5CFF"/>
                </a:solidFill>
                <a:latin typeface="Bitstream Charter"/>
                <a:ea typeface="Bitstream Charter"/>
                <a:cs typeface="Bitstream Charter"/>
              </a:rPr>
              <a:t>CREATE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9932A-8B10-4447-95ED-E6BD46AF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Cadastrar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331BF-7745-4653-BAB3-F670C02D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Insere um novo amigo no banco.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2A7E3-049A-48F4-AB0A-A254F835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2571750" cy="3333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69C1D-69E2-4DB0-A162-66847857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7645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42A5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F6515-49C0-4B23-887B-79B76257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764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BCDA1-CC2F-4812-B1F9-C8601091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71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D8364-8E38-46CE-AC2D-ED481F29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Consultar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97A2F-C5BA-41AF-9EC8-E8C3D17D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862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Exibe os amigos cadastrados.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3AC4E-4137-4608-86E8-337D675E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2571750" cy="3333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CB239-0800-4256-8FAD-ED61C84F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2F0EE-4B92-46D2-A3D5-8BD4E3A8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4005C-5012-437D-84A2-0EDB270D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D3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4D399"/>
                </a:solidFill>
                <a:latin typeface="Bitstream Charter"/>
                <a:ea typeface="Bitstream Charter"/>
                <a:cs typeface="Bitstream Charter"/>
              </a:rPr>
              <a:t>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A09BD-2F81-4E3C-AC33-7229AA0F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Atualizar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A3A7B-7FEE-4096-BAC6-96320798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Altera os dados de um registro.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DDCB9-0470-4372-81B4-14706748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28800"/>
            <a:ext cx="2571750" cy="3333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DCA44-29F8-4CA5-AF12-037CAEA9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E8400-1F3E-437F-B47A-2D41C3DC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C250A-1AC1-4ABC-B3A5-240D64C8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718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B7185"/>
                </a:solidFill>
                <a:latin typeface="Bitstream Charter"/>
                <a:ea typeface="Bitstream Charter"/>
                <a:cs typeface="Bitstream Charter"/>
              </a:rPr>
              <a:t>DELETE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482AEB-4423-4FAE-8F3C-BFD6BCA9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Excluir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EF211C-23FC-4A2C-908E-B390189E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862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Remove um amigo selecionado.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413EE3-8013-444E-9989-C6BF5345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03845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FE99F7-C60A-407E-AD51-F36C8E90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Cadastro de um novo amigo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DFF55-B152-4989-8512-005E4D88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O formulário coleta os dados e valida os campos obrigatórios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D419C-B81C-43C8-844D-F8C8BED2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66750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F13A9-E22B-40B1-BDDA-54B61920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Novo amigo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33175-18F2-4E3E-99FA-F5BB9ED3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33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Nome completo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2B9B3-2262-4D9E-9059-949FB427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95525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3325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744D9-E273-4ECB-9BA3-B3C35F71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95525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Gabriel Ferreira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036F4-657C-4B0D-A5DE-9AEBB8FB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E-mail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33ACC-5C3C-4014-B76F-B0998486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81325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3325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D49DC-6CB2-4BB9-AA4B-4C04A2A5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81325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gabriel@email.com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38020-BD73-45EC-9743-FCCB0835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Telefone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68D0E-A38B-4C80-ADF9-B6CA2A67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67125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3325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67382-5CFE-4B5D-91BC-ACE159E8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67125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(11) 99999-9999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92994-5C8E-4BDA-9762-7034A0D6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910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Data de nascimento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847CB-A1A8-4EA3-8A97-A8C4B8ED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52925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3325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B1D5A-A8B2-4EE9-8B49-F33A0546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52925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15/04/2008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1CB72-9449-40AE-852A-92ACA4F2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7685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2A5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FD0CC-BAC6-40BF-A004-4CC65F42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768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SALVAR AMIGO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C7B56-B8A2-4B43-BCDD-68E55008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52AA2-744B-450E-90B5-42805645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Validação no cliente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3B7D6-42A6-477B-A8D1-CB5B1ABF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Campos vazios podem ser identificados antes do envio.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ADC18-1FFA-465B-A565-A8EC338F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7655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A5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D9E03-03DA-488A-8659-0A5AB782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765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Validação no servidor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AA4308-701F-4B42-B60C-9807F28D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O PHP confirma os dados antes de gravá-los.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37AAF-2446-4546-A42D-5EBA4713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4335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E079D7-BE75-43E0-93DF-5F0D0AFD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433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Confirmação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29FB2B-F17C-4321-A8F9-49943345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O sistema informa se o cadastro ocorreu corretamente.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53158C-23A0-404A-86E1-91B8258C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0837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585023-A7E5-4FDA-A1C2-12F69B05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Consulta e listagem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50FB4-DBFB-44C7-AAF9-D2CA3DAB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A tabela concentra as ações disponíveis para cada registro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C458A-A142-4448-BA64-676DB035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41AE3-7DF9-432E-B47D-A7F5D5D9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0439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38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079E6-10CC-42E4-B3C2-FFCDA3B8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NOME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9D757-E9EB-444A-9CEE-376CD09D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E-MAIL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4D929-0DF4-4DC8-AFC0-BB584066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097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TELEFONE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6AEC1-8730-4037-9815-A63501A8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AÇÕES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8D78A-2680-4A7F-98CD-E66AAB31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0439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8FCBC-4967-454E-8AEA-5F55595D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527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Ana Souza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E9D8C-F012-4989-95B5-E7BDD1AF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527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ana@email.com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3B3CF-29BC-4476-9E31-81BE8DF8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527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(11) 98888-1100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9DD3B-2B2B-4AD4-B8D3-FA79F0D0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14625"/>
            <a:ext cx="914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ADDFB-E937-4F82-86C4-E6986A15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1462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EDITAR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16683-4E3F-4690-8DF5-14092CC7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14625"/>
            <a:ext cx="1123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D1F7A-4F37-4219-9099-C49D06C6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146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EXCLUIR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B5A8D-C384-4829-A492-92B59D37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0439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244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02B03-141F-47D9-9552-F8769A4D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Bruno Lima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8713E-ECD9-4458-9DC5-D2FE918E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290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bruno@email.com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51A51-E22A-42DC-A9B6-C33ACFC3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(11) 97777-2200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C8F4E6-AEFC-471E-8BF1-86780D75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90925"/>
            <a:ext cx="914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9501B0-6B6E-4FD5-92B2-895A1CFB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9092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EDITAR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1C1831-58D2-42D7-A7BA-6E0F677C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90925"/>
            <a:ext cx="1123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86F68-58ED-4A9F-B269-D655F841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909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EXCLUIR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603DC6-44D9-4004-B12E-7B970211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0439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64FA16-6313-4014-AA2D-120F4C23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053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Carla Reis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C7698A-70CD-4FE4-9FC5-514B9523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053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carla@email.com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7C463C-1AF0-4BCF-9411-B53D28EA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053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(11) 96666-3300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1D33A-67BC-40A6-B4A4-3734CF62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67225"/>
            <a:ext cx="914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78E65E-672A-42BE-9C71-6F9E8B0F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6722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EDITAR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A167B9-A7B2-4719-8090-27087C6E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67225"/>
            <a:ext cx="1123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E539C5-BDAF-40E9-B449-72485431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6722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EXCLUIR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8794C7-94C8-4800-9FED-31C1AF15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6147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E0007B-685A-4273-8FA5-6C00B525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Edição e exclusão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65806-A2F7-4B78-8BA8-983ADF53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Operações com impacto direto sobre um registro existente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CEEE9-F29E-4B98-A4E6-546102ED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0101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557C8-8FC6-41B2-A2C8-3394B325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9766D-D63C-4AE4-B767-1F432EE1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431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23E6C-9C5F-47EB-B1EE-9104DC8D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Editar amigo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49CA6-4537-48EB-B9D9-9EFDD0A5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4095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1. O sistema recebe o identificador.</a:t>
            </a:r>
          </a:p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2. Carrega os dados atuais.</a:t>
            </a:r>
          </a:p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3. Exibe o formulário preenchido.</a:t>
            </a:r>
          </a:p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4. Salva as alterações validadas.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1046A-1AED-4BE4-A5A1-B9416060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478FC-7F55-46CD-AD4F-A699B2FC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SALVAR ALTERAÇÕES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D59DE-C90C-4997-A457-B933BDC3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50101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E9417-12A1-40DE-8FDA-0100F5E0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431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84C71-B3DB-4491-9D2E-42818169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431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DELETE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9586D-6625-4767-B7F4-2029D8DB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Excluir amigo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FF44D-98C8-4036-B62C-3B0B29C8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67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O sistema solicita confirmação antes de remover o registro. A ação usa o identificador correto para evitar a exclusão de outro amigo.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81F76-7CBE-438C-8545-BB2F5A2C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148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E1ECB-6244-453D-95AA-2AA12E4A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14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CONFIRMAR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314B7-FDEC-40CC-99A3-4CDF95DA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148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35425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425D8-D67C-48B9-B6F6-36A1B81D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14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CANCELAR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CB81B-6D19-4FF3-82E3-D61640D4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182380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A6704-3CBC-4962-BDF5-00A8B85B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Estrutura do banco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6A591-39D7-487E-9EC6-3D547D09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Relacionamento entre o usuário autenticado e seus amigos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69A28-02CC-4E16-B34A-EFF56A11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000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FC857-A3AB-481D-A88C-9C36EF51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383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8B5CFF"/>
                </a:solidFill>
                <a:latin typeface="Bitstream Charter"/>
                <a:ea typeface="Bitstream Charter"/>
                <a:cs typeface="Bitstream Charter"/>
              </a:rPr>
              <a:t>USUÁRIOS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14EBA-E89A-4F74-B1B3-E764EE1E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id_usuario  PK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90BF7-BF4E-4B09-BCB0-B54D3D88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nome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947AD-A392-440F-911B-D15D1D43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email  UNIQUE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87C54-6486-4D55-B07B-5AABF858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senha_hash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82BE5-A681-4985-B9CC-E6467F65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28750"/>
            <a:ext cx="4000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23E81-4517-4D68-8F44-0188107E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573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rPr>
              <a:t>AMIGOS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3F1F9-77E9-499B-8BE1-E6AEB496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id_amigo  PK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539A5-0B34-449C-ABDE-E96B61C3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id_usuario  FK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3ED9F-EB15-4D2D-9AF5-A280FF58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670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nome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46927-04BD-4206-AA0D-0910EFD5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email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6F4CC-4288-4665-9E9C-E672F7F9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05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telefone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43CE6-8606-4EB9-A5A0-96024EF9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24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data_nascimento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32F36-B60A-491C-A1D4-C8D20E52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8B5C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EB0C3-6A71-4B77-A90D-A32907D4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possui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C1E4C-D3B8-44FA-9ECB-9ED4793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rPr>
              <a:t>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751CC-2647-42BF-B784-0B0896EA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A chave estrangeira associa cada amigo ao usuário responsável pelo cadastro.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5DA222-B06C-45D5-94DC-375855FB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105676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487FE-873E-4D35-8552-F85DBBE9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Boas práticas e segurança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77F85-3F88-491B-ABDB-B76EAB44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Cuidados aplicados para tornar o projeto mais confiável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C0846-3835-4006-9F9F-71E9D8F4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5EA8F-4EC4-4914-99FE-984914C6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145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Senha protegida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7F229-DAA5-4D65-B713-0EB26A66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Armazenamento com hash, sem guardar a senha em texto simples.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B4951-97F4-4876-9939-3EF4682D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A5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DA9AB-75D6-4F16-A410-C69DA643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Consultas preparadas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580A1-227C-4E84-A18E-5C52ECAA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Parâmetros reduzem o risco de injeção de SQL.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F295D-8E4F-4E6C-9907-6911D41C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2D679-0C7E-488F-9876-4A4E5B3E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Controle de sessão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9EDB3-88A0-421B-A5CB-3AB9D470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Páginas internas exigem autenticação válida.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B270C-964E-43B0-A2D9-00BC70CA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447DC-81AE-413C-9E91-6A333F65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434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Saída segura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438E1-42AA-47E2-8F16-214C9CC2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292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Dados exibidos recebem tratamento contra scripts maliciosos.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D99B6-98F2-4818-9005-5B0F79CC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286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24101-E550-4E53-9DB6-D64EA14B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145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Validação em duas camadas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1BD68-7448-4A79-A2DB-94593D44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3219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8B5C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42B64-DA6D-4C9B-952D-0DD4D1E4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NAVEGADOR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6176A-DA01-4742-9F50-61F985B9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814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1894D-3DC1-4ED1-B4BB-E73FCCD8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95750"/>
            <a:ext cx="3219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2A5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F8E2C-3347-4D05-93FD-D68E9401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957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SERVIDOR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709B7-F385-4A6F-8A07-815E0613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902334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9956B-36D2-43C4-949F-674D162A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Habilidades desenvolvidas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80F3E-1F9E-4828-8CA1-52AAA51A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Conhecimentos reunidos durante a construção do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1E0BB-E6A8-45B1-A5E9-64FB0C18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6A761-0FCC-4A2D-A952-F732FAC7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333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FD5E8-5F63-49F1-B0A3-747E1CE1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Front-end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0ADC7-B7CC-4C74-A12A-C3FEC1BB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676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Formulários, tabelas e feedback visual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A729E-6F31-4A57-9C9C-59EBC272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D36F2-1FD9-4CDB-BB85-CF8D036C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333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A5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2E64D-576B-4A05-A9AF-9004B6AD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Back-end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810BB-0A8B-4F3A-80D9-1CB19D04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90800"/>
            <a:ext cx="676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PHP, sessões e regras de negócio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601AD-F39F-4304-81B3-FE7CD646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4BFFC-079A-435D-97BE-B36689D6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333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C4E7A-419C-4A08-9628-CC3A0CA5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Banco de dados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8757B-CF47-4701-B99E-1A20332C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676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Modelagem, SQL e relacionamento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95EDB-B488-4386-BBFB-10CB495D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5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430BE-1602-4865-845B-267D719C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1333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72CB7-7CA8-47B6-8F17-7E3A1577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Qualidade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EE118-B97A-41E9-8AB0-3C755304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676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Validação, segurança e organização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44C95-7049-4C2F-A6F1-AFD1A12E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O projeto integra autenticação e CRUD em uma aplicação funcional, demonstrando domínio do fluxo completo de uma aplicação web.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9DA40-6A2C-426F-9B89-6437237F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479590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87348-39A8-4BE4-BF48-B730B40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59FD8-3B04-47E8-A56B-26341530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9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90F1F"/>
                </a:solidFill>
                <a:latin typeface="Bitstream Charter"/>
                <a:ea typeface="Bitstream Charter"/>
                <a:cs typeface="Bitstream Charter"/>
              </a:rPr>
              <a:t>CONCLUSÃO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DB91B-68AA-44B6-A213-677989A5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5F7FF"/>
                </a:solidFill>
                <a:latin typeface="Bitstream Charter"/>
                <a:ea typeface="Bitstream Charter"/>
                <a:cs typeface="Bitstream Charter"/>
              </a:rPr>
              <a:t>Projeto concluído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BB0BC-69AD-4CBF-B85F-CE70C7A4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66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O sistema permite entrar com segurança, cadastrar amigos, consultar registros, editar informações e excluir dados com confirmação.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7125F-DF69-4A01-9761-0F2A17E0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66800"/>
            <a:ext cx="3238500" cy="4000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82746"/>
          </a:solidFill>
          <a:ln xmlns:a="http://schemas.openxmlformats.org/drawingml/2006/main" w="9525">
            <a:solidFill>
              <a:srgbClr val="2B3B6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9EF3B-3483-4FDC-9BD7-6806856B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192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B5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8B5CFF"/>
                </a:solidFill>
                <a:latin typeface="Bitstream Charter"/>
                <a:ea typeface="Bitstream Charter"/>
                <a:cs typeface="Bitstream Charter"/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67580-56BF-4265-9202-B402BB4B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3DB73-80D9-4AC4-89B6-51859476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575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rPr>
              <a:t>CRUD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01BBE-9400-40DD-B7A1-3113B8C9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=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0614B-ADC0-4A40-B194-4E992669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148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4D3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34D399"/>
                </a:solidFill>
                <a:latin typeface="Bitstream Charter"/>
                <a:ea typeface="Bitstream Charter"/>
                <a:cs typeface="Bitstream Charter"/>
              </a:rPr>
              <a:t>APLICAÇÃO</a:t>
            </a:r>
          </a:p>
          <a:p xmlns:a="http://schemas.openxmlformats.org/drawingml/2006/main">
            <a:pPr algn="ctr">
              <a:defRPr sz="1800" b="1">
                <a:solidFill>
                  <a:srgbClr val="34D39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34D399"/>
                </a:solidFill>
                <a:latin typeface="Bitstream Charter"/>
                <a:ea typeface="Bitstream Charter"/>
                <a:cs typeface="Bitstream Charter"/>
              </a:rPr>
              <a:t>COMPLETA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5C335-DA5D-49DF-BF2F-E258945E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42A5FF"/>
                </a:solidFill>
                <a:latin typeface="Bitstream Charter"/>
                <a:ea typeface="Bitstream Charter"/>
                <a:cs typeface="Bitstream Charter"/>
              </a:rPr>
              <a:t>Obrigado!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7F64F-1CA9-41EB-A130-215BF12F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AAB5CE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25252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2026-09-22T02:44:26.7610000Z</dcterms:created>
  <dcterms:modified xsi:type="dcterms:W3CDTF">2026-09-22T02:44:26.7610000Z</dcterms:modified>
</coreProperties>
</file>